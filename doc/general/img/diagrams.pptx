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2D19F-C1B4-784C-9AD6-3644ACDEF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F63C8-B385-F140-B6F9-62D826778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00C2-8988-F945-B3D0-9777FBC1C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AD27-7167-FC46-8C02-6ED217E6AC3B}" type="datetimeFigureOut">
              <a:rPr lang="en-NL" smtClean="0"/>
              <a:t>27/10/2020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F157A-B4AA-F042-9641-4DCFDAA6D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35662-9D19-DA4E-882F-8EF1A702D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4F99E-4248-3D4C-AC8D-EF6BB5B660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73737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65ADC-D7B2-384B-9BF1-2BBB0DFA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175BC-661B-704A-846F-B0258A77C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8251E-ECC2-8F4E-9357-33746C9BB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AD27-7167-FC46-8C02-6ED217E6AC3B}" type="datetimeFigureOut">
              <a:rPr lang="en-NL" smtClean="0"/>
              <a:t>27/10/2020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CB3A2-83F6-EC4A-BF3B-B6711A755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C5495-E193-3C44-9FE7-2122BAC5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4F99E-4248-3D4C-AC8D-EF6BB5B660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08852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DAFEB-4E98-B745-94B6-4916717D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EEE53-38B8-E647-AE4B-090E718F1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7C25D-22A5-E143-8C83-709D3FBA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AD27-7167-FC46-8C02-6ED217E6AC3B}" type="datetimeFigureOut">
              <a:rPr lang="en-NL" smtClean="0"/>
              <a:t>27/10/2020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1F998-77F0-8E41-82B9-4FD62512C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D74E9-B7BF-3D40-AD4F-4987CC040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4F99E-4248-3D4C-AC8D-EF6BB5B660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32637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7900D-3BAE-1042-A934-F29CC5798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AF4F0-B0AD-B145-9202-973BAFD8F2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AADD79-EB8A-C94F-B8CF-B99387341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59BDC-83E2-0842-B6F1-F96D059CF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AD27-7167-FC46-8C02-6ED217E6AC3B}" type="datetimeFigureOut">
              <a:rPr lang="en-NL" smtClean="0"/>
              <a:t>27/10/2020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26EA8-91EC-674E-AB1C-1161D059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D9BB0-0AE0-D347-8B13-BD5798027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4F99E-4248-3D4C-AC8D-EF6BB5B660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7983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DDC2-8703-5C47-AD16-95CF397EA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534E7-F561-954F-9338-365AD21BC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073AF-4EF9-FB43-BF88-744E16F48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6BB304-6ED9-984C-B3D9-FD6E3E751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8E7502-0EF7-8D45-A271-15D8681D3F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44091-68F9-5F49-BC16-0C0A86A72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AD27-7167-FC46-8C02-6ED217E6AC3B}" type="datetimeFigureOut">
              <a:rPr lang="en-NL" smtClean="0"/>
              <a:t>27/10/2020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AD9FAC-8B32-6C42-9A1E-8AEDB167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EFD5FD-7B8B-4241-AD41-00F2F8F87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4F99E-4248-3D4C-AC8D-EF6BB5B660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4102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59883-07A8-FF47-9C62-940C86E79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97335A-51BD-F944-BA2A-8292F6195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AD27-7167-FC46-8C02-6ED217E6AC3B}" type="datetimeFigureOut">
              <a:rPr lang="en-NL" smtClean="0"/>
              <a:t>27/10/2020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490150-B6BA-124F-9868-6DF9BB2A2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FC74E-8AF1-6A40-B283-0D21C9939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4F99E-4248-3D4C-AC8D-EF6BB5B660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65484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BFD58C-9CA9-814A-90E5-EA72FE87E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AD27-7167-FC46-8C02-6ED217E6AC3B}" type="datetimeFigureOut">
              <a:rPr lang="en-NL" smtClean="0"/>
              <a:t>27/10/2020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4CC69-FFE0-BF45-9938-CD7B6FBD2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013EF-A79A-E145-A74D-B6F786754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4F99E-4248-3D4C-AC8D-EF6BB5B660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6590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67BD9-478F-E34C-9924-93E9584F8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22904-6309-8C46-9DB3-DC0CB294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3A0C9-2F5D-D54F-B5C2-347753D3D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6A993-8489-FC4B-862F-799A490A0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AD27-7167-FC46-8C02-6ED217E6AC3B}" type="datetimeFigureOut">
              <a:rPr lang="en-NL" smtClean="0"/>
              <a:t>27/10/2020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80316-CF25-FD48-872D-7B2F9C4F8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BA8DE-DC79-4143-8E45-9CFF4468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4F99E-4248-3D4C-AC8D-EF6BB5B660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17198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CF2DC-F733-6840-8D27-DEC5BF17B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6D25BF-BD4A-6742-BD3D-DECAE5F51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5DFEF-69E8-CC45-82B0-3838E3CA6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9538E-7FD8-844E-8C89-8C5C39B5E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AD27-7167-FC46-8C02-6ED217E6AC3B}" type="datetimeFigureOut">
              <a:rPr lang="en-NL" smtClean="0"/>
              <a:t>27/10/2020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2793D-D8E5-F14B-9B98-B3174A65A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9D3EB-439A-0B4D-9D13-D86233CA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4F99E-4248-3D4C-AC8D-EF6BB5B660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6287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2718-0F95-FF47-AA2C-788A36EDC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187A5-1250-484E-A77D-9917BC077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B5282-5610-5740-BA0D-AABB3704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AD27-7167-FC46-8C02-6ED217E6AC3B}" type="datetimeFigureOut">
              <a:rPr lang="en-NL" smtClean="0"/>
              <a:t>27/10/2020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1B90D-64EB-C34A-AB57-7F4093E26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9C2FE-24FB-5147-9BE3-BBAB84F3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4F99E-4248-3D4C-AC8D-EF6BB5B660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61384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F523A9-598F-D34F-A9FD-E5A60E132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AC133A-F244-F34B-8348-7B251F7F7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587F6-1E1A-1A4D-99D0-BE02DF00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AD27-7167-FC46-8C02-6ED217E6AC3B}" type="datetimeFigureOut">
              <a:rPr lang="en-NL" smtClean="0"/>
              <a:t>27/10/2020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A5A0F-2E1B-DA49-AD8A-146AD63A5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10004-87BE-7C4D-9D02-79E30ED5A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4F99E-4248-3D4C-AC8D-EF6BB5B660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81991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BA6677-D2E7-E147-A441-FCBF428A8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BDFD9-E655-AD43-916B-DCD36EA15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84F0D-EFE4-AF43-84FD-8825365A0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CAD27-7167-FC46-8C02-6ED217E6AC3B}" type="datetimeFigureOut">
              <a:rPr lang="en-NL" smtClean="0"/>
              <a:t>27/10/2020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EB58D-AB64-0C46-B27E-43AD8D256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45E93-537C-C74B-B4B9-389457434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4F99E-4248-3D4C-AC8D-EF6BB5B660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3474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076BC0B-C8F5-5147-8E91-CBD098EF3F15}"/>
              </a:ext>
            </a:extLst>
          </p:cNvPr>
          <p:cNvSpPr/>
          <p:nvPr/>
        </p:nvSpPr>
        <p:spPr>
          <a:xfrm>
            <a:off x="1804086" y="2001795"/>
            <a:ext cx="1605036" cy="6420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>
                <a:solidFill>
                  <a:schemeClr val="tx1"/>
                </a:solidFill>
              </a:rPr>
              <a:t>Development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5F0DFE-0B20-6940-A32B-C29A66C0908A}"/>
              </a:ext>
            </a:extLst>
          </p:cNvPr>
          <p:cNvSpPr/>
          <p:nvPr/>
        </p:nvSpPr>
        <p:spPr>
          <a:xfrm>
            <a:off x="3854861" y="2001795"/>
            <a:ext cx="1605036" cy="6420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>
                <a:solidFill>
                  <a:schemeClr val="tx1"/>
                </a:solidFill>
              </a:rPr>
              <a:t>Staging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9E0B197-BABC-174A-9F22-395E5C398AA6}"/>
              </a:ext>
            </a:extLst>
          </p:cNvPr>
          <p:cNvSpPr/>
          <p:nvPr/>
        </p:nvSpPr>
        <p:spPr>
          <a:xfrm>
            <a:off x="5905636" y="1989976"/>
            <a:ext cx="1605036" cy="6420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>
                <a:solidFill>
                  <a:schemeClr val="tx1"/>
                </a:solidFill>
              </a:rPr>
              <a:t>Production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688D9E-7F0C-894E-AD4F-0A2F85CB676D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409122" y="2322802"/>
            <a:ext cx="4457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958CF8-5E02-7B49-BF4E-94DA1CD39255}"/>
              </a:ext>
            </a:extLst>
          </p:cNvPr>
          <p:cNvCxnSpPr/>
          <p:nvPr/>
        </p:nvCxnSpPr>
        <p:spPr>
          <a:xfrm>
            <a:off x="5459897" y="2323161"/>
            <a:ext cx="4457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441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E97D7C-6D44-F94E-A24C-FFE6F2660CDE}"/>
              </a:ext>
            </a:extLst>
          </p:cNvPr>
          <p:cNvSpPr/>
          <p:nvPr/>
        </p:nvSpPr>
        <p:spPr>
          <a:xfrm>
            <a:off x="2315816" y="2008777"/>
            <a:ext cx="1605036" cy="6420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Local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3D59E3F-87FF-8247-97A2-E7B4F36E47A7}"/>
              </a:ext>
            </a:extLst>
          </p:cNvPr>
          <p:cNvSpPr/>
          <p:nvPr/>
        </p:nvSpPr>
        <p:spPr>
          <a:xfrm>
            <a:off x="864703" y="775251"/>
            <a:ext cx="1451113" cy="4870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Gitlab (remote)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EF9BA9B1-5C57-384A-9589-93EFBA6C65D4}"/>
              </a:ext>
            </a:extLst>
          </p:cNvPr>
          <p:cNvCxnSpPr>
            <a:stCxn id="4" idx="0"/>
            <a:endCxn id="2" idx="2"/>
          </p:cNvCxnSpPr>
          <p:nvPr/>
        </p:nvCxnSpPr>
        <p:spPr>
          <a:xfrm rot="16200000" flipV="1">
            <a:off x="1981044" y="871487"/>
            <a:ext cx="746507" cy="15280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6C4828B-41F3-6648-8557-FE70391CD7EA}"/>
              </a:ext>
            </a:extLst>
          </p:cNvPr>
          <p:cNvSpPr/>
          <p:nvPr/>
        </p:nvSpPr>
        <p:spPr>
          <a:xfrm>
            <a:off x="6559830" y="1008820"/>
            <a:ext cx="1451113" cy="4870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Heroku BE (remote)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A50F1B7-9122-A444-B6E8-B7FE7933A5D1}"/>
              </a:ext>
            </a:extLst>
          </p:cNvPr>
          <p:cNvSpPr/>
          <p:nvPr/>
        </p:nvSpPr>
        <p:spPr>
          <a:xfrm>
            <a:off x="3584711" y="340300"/>
            <a:ext cx="1451113" cy="4870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Heroku FE (remote)</a:t>
            </a: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FB8EF365-8299-7E4E-BE1D-5F3DFC5573ED}"/>
              </a:ext>
            </a:extLst>
          </p:cNvPr>
          <p:cNvCxnSpPr>
            <a:cxnSpLocks/>
            <a:stCxn id="4" idx="0"/>
            <a:endCxn id="9" idx="2"/>
          </p:cNvCxnSpPr>
          <p:nvPr/>
        </p:nvCxnSpPr>
        <p:spPr>
          <a:xfrm rot="5400000" flipH="1" flipV="1">
            <a:off x="3123572" y="822081"/>
            <a:ext cx="1181458" cy="119193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74E6A263-359B-9F4F-9A84-48AEF05941C5}"/>
              </a:ext>
            </a:extLst>
          </p:cNvPr>
          <p:cNvCxnSpPr>
            <a:cxnSpLocks/>
            <a:stCxn id="4" idx="3"/>
            <a:endCxn id="8" idx="2"/>
          </p:cNvCxnSpPr>
          <p:nvPr/>
        </p:nvCxnSpPr>
        <p:spPr>
          <a:xfrm flipV="1">
            <a:off x="3920852" y="1495839"/>
            <a:ext cx="3364535" cy="83394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20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</TotalTime>
  <Words>18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 MKF</dc:creator>
  <cp:lastModifiedBy>Ana MKF</cp:lastModifiedBy>
  <cp:revision>6</cp:revision>
  <dcterms:created xsi:type="dcterms:W3CDTF">2020-10-24T14:49:22Z</dcterms:created>
  <dcterms:modified xsi:type="dcterms:W3CDTF">2020-10-27T17:40:59Z</dcterms:modified>
</cp:coreProperties>
</file>